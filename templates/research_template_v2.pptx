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6ed064a8224c22" /><Relationship Type="http://schemas.openxmlformats.org/officeDocument/2006/relationships/extended-properties" Target="/docProps/app.xml" Id="R59ade032d98c4f23" /><Relationship Type="http://schemas.openxmlformats.org/officeDocument/2006/relationships/officeDocument" Target="/ppt/presentation.xml" Id="Rd2b9f153c2e946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26cd4b7b44e31"/>
  </p:sldMasterIdLst>
  <p:notesMasterIdLst>
    <p:notesMasterId xmlns:r="http://schemas.openxmlformats.org/officeDocument/2006/relationships" r:id="Rdaf7fb685faf486a"/>
  </p:notesMasterIdLst>
  <p:sldIdLst>
    <p:sldId xmlns:r="http://schemas.openxmlformats.org/officeDocument/2006/relationships" id="256" r:id="R731c34c1d3d347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fa9aefe234e74" /><Relationship Type="http://schemas.openxmlformats.org/officeDocument/2006/relationships/slideMaster" Target="/ppt/slideMasters/slideMaster1.xml" Id="Rc9026cd4b7b44e31" /><Relationship Type="http://schemas.openxmlformats.org/officeDocument/2006/relationships/notesMaster" Target="/ppt/notesMasters/notesMaster1.xml" Id="Rdaf7fb685faf486a" /><Relationship Type="http://schemas.openxmlformats.org/officeDocument/2006/relationships/presProps" Target="/ppt/presProps.xml" Id="R98eb7d7cbdbb4ec6" /><Relationship Type="http://schemas.openxmlformats.org/officeDocument/2006/relationships/tableStyles" Target="/ppt/tableStyles.xml" Id="Rb6d65a7c712d4f5d" /><Relationship Type="http://schemas.openxmlformats.org/officeDocument/2006/relationships/slide" Target="/ppt/slides/slide1.xml" Id="R731c34c1d3d3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2460609b2a47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91a69d9e4a4834" /><Relationship Type="http://schemas.openxmlformats.org/officeDocument/2006/relationships/notesMaster" Target="/ppt/notesMasters/notesMaster1.xml" Id="Rd58d980863ae44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fd081e52a46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fcb831e694d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c609f6fc74c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a616a96a04a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f5867e44b42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33d4bfe0b46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0473E5-D872-4F6A-A4BB-F70D7C4525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68A96F-1FF9-4125-AE66-C168E3737D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6A8176-0E6C-4F46-9254-C6A64A491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BA8584-1D67-4C63-9E04-C3DED804C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45D09D-7BAA-4215-9637-747F50CEB4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D84783-FBBE-4E89-A57B-D6C2F88DFA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81D7F8-9BCD-47AD-83DE-E87D72B569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52ECFC-F16D-4140-8BEC-C8E0D3F92B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88BEA6-D7CF-4D2F-9D5C-8466A9970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9CA842-B627-44D3-858C-9626FE5466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82008998494310" /><Relationship Type="http://schemas.openxmlformats.org/officeDocument/2006/relationships/slideLayout" Target="/ppt/slideLayouts/slideLayout1.xml" Id="Re7559f546a5d4e51" /><Relationship Type="http://schemas.openxmlformats.org/officeDocument/2006/relationships/slideLayout" Target="/ppt/slideLayouts/slideLayout2.xml" Id="R53f0eb87396f4c63" /><Relationship Type="http://schemas.openxmlformats.org/officeDocument/2006/relationships/slideLayout" Target="/ppt/slideLayouts/slideLayout3.xml" Id="Rde679a4f7ec542ea" /><Relationship Type="http://schemas.openxmlformats.org/officeDocument/2006/relationships/slideLayout" Target="/ppt/slideLayouts/slideLayout4.xml" Id="R3f991583486f4f59" /><Relationship Type="http://schemas.openxmlformats.org/officeDocument/2006/relationships/slideLayout" Target="/ppt/slideLayouts/slideLayout5.xml" Id="Rd6235881662646d1" /><Relationship Type="http://schemas.openxmlformats.org/officeDocument/2006/relationships/slideLayout" Target="/ppt/slideLayouts/slideLayout6.xml" Id="Reb0703f8b8194d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59f546a5d4e51"/>
    <p:sldLayoutId xmlns:r="http://schemas.openxmlformats.org/officeDocument/2006/relationships" id="2147483650" r:id="R53f0eb87396f4c63"/>
    <p:sldLayoutId xmlns:r="http://schemas.openxmlformats.org/officeDocument/2006/relationships" id="2147483651" r:id="Rde679a4f7ec542ea"/>
    <p:sldLayoutId xmlns:r="http://schemas.openxmlformats.org/officeDocument/2006/relationships" id="2147483652" r:id="R3f991583486f4f59"/>
    <p:sldLayoutId xmlns:r="http://schemas.openxmlformats.org/officeDocument/2006/relationships" id="2147483653" r:id="Rd6235881662646d1"/>
    <p:sldLayoutId xmlns:r="http://schemas.openxmlformats.org/officeDocument/2006/relationships" id="2147483654" r:id="Reb0703f8b8194d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7f0d284911446d" /><Relationship Type="http://schemas.openxmlformats.org/officeDocument/2006/relationships/notesSlide" Target="/ppt/notesSlides/notesSlide1.xml" Id="Rcdb9a88e132e4a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99928D-40ED-45DA-8852-ED03193A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4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43B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AB648C-AB72-4639-88BA-0AA7DC00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4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44C"/>
                </a:solidFill>
                <a:latin typeface="Arial"/>
                <a:ea typeface="Arial"/>
                <a:cs typeface="Arial"/>
              </a:rPr>
              <a:t>{{BODY}}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A8CFF22-4F76-4136-8052-6F5760B9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1667648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2026-10-22T07:32:12.7270000Z</dcterms:created>
  <dcterms:modified xsi:type="dcterms:W3CDTF">2026-10-22T07:32:12.7270000Z</dcterms:modified>
</coreProperties>
</file>